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開場30秒定調——這不是一個「賣咖啡豆」的故事，是一個訂閱制、可預測現金流、單位經濟健康的消費品牌。目標客群25-40歲雙北/中南都會上班族。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這頁在鋪陳「為什麼訂閱模式打得贏一次性零售」，也解釋我們選擇輕資產打法的理由。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899是刻意設計的行為經濟學錨點，下一頁的數字會證明為什麼它是主推方案而非599。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這是全簡報最重要的一頁。投資人一定會問「你們主推哪個方案、為什麼」，這裡直接用數字回答，同時誠實揭露599方案的弱點，展現分析嚴謹度而非只報喜訊。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強調v1到v2的迭代——我們不是拍腦袋定策略，而是每個假設都經過analyst量化驗證後修正，這是團隊的執行力信號。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投資人常擔心「病毒機制被薅羊毛」，這頁展示我們已經把風控寫進機制設計，不是上線後才補洞。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這頁是給投資人的信任狀——展示團隊有內部紅隊機制，主動找出並修復兩個真實會虧錢/被濫用的漏洞，而不是等出事才處理。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收尾清楚說明「錢要用在哪」與「下一步驗證什麼」，不誇大承諾，呼應全程展現的分析嚴謹風格，這是給投資人最好的可信度背書。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晨光咖啡訂閱 投資人簡報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 MORNING LIGHT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5024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台灣在地烘焙・精品咖啡豆訂閱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947164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上市日：2026/11/03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599436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Hoyo · 晨光咖啡團隊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為什麼是現在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2895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台灣精品咖啡市場成長快，但訂閱制滲透率仍低——多數玩家仍是一次性電商交易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上班族要「品質」也要「零決策成本」：不想每次挑豆、怕踩雷、怕忘記買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現烘豆是易耗品+高頻復購天生適合訂閱，客單價與毛利結構優於一次性零售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我們不開實體店，官網+社群+Email 全直營，前期資本支出低、單位經濟可驗證後再擴張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產品：三方案，一個健康錨點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2544523"/>
                <a:gridCol w="2920330"/>
                <a:gridCol w="2975135"/>
                <a:gridCol w="2380108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599 入門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NT$599/月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半磅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低門檻導流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899 標準 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NT$899/月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主推錨點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1499 進階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NT$1,499/月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兩磅+手沖工具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高單價客群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3277616"/>
            <a:ext cx="1082009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899 方案在到達頁預設勾選並標示「最多人選擇」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三方案皆支援「換配方保證」與 UGC 分享優惠，強化黏著與自然流量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單位經濟：899 是全隊一致認定的健康核心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2480673"/>
                <a:gridCol w="2724254"/>
                <a:gridCol w="2724254"/>
                <a:gridCol w="2890914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貢獻毛利(月1)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330元 (55.1%)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474元 (52.8%)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453元 (30.2%*)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CAC回本期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1.21月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0.84月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0.88月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LTV:CAC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2.75x ⚠️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3.95x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3.78x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3277616"/>
            <a:ext cx="10820095" cy="883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\*1499首月含300元一次性手沖工具成本，月2起毛利率回升至50.2%、LTV:CAC達5.53x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5800" y="4326128"/>
            <a:ext cx="10820095" cy="149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假設：CAC≤400、留存70%/月、豆成本650元/kg（⚠️待實際採購價確認）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599方案 LTV:CAC 2.75x 低於3x健康門檻 → 定位為「引流款」而非利潤主力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30天上市計畫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883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漏斗：廣告曝光→到達頁(CTR 1.5%)→加入名單(CVR 15%)→首購(上市週12%/常態5-8%)→次月續訂(留存70%⚠️)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328672"/>
            <a:ext cx="10820095" cy="2895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受眾分流（v2策略）：價格敏感受眾導599、品質導向受眾導899，避免預算稀釋LTV:CAC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899投放占比由35%上修至45%，加權LTV:CAC由3.376x提升至3.496x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早鳥機制：599方案限定「首月599」折價；899/1499用免運/贈品，不打折售價，保護毛利底線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預算假設：NT$150,000/月社群廣告+KOL+Email工具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成長引擎：實驗驅動 + 防濫用機制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883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A/B測試優先項：受眾分流(599/899分開投放)、職場情境 vs 產品特寫素材、899預設勾選效果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328672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UGC / 推薦機制（已加防濫用條款）：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980944"/>
            <a:ext cx="10820095" cy="1996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每帳號限領一次、限首購次月起適用、不可與早鳥優惠並用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免費一個月名額：月度上限15份（約NT$6-8千成本，佔預算4-5%），額滿自動關閉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9折優惠因成本影響小，不設硬上限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已完成的風控（紅隊審查通過）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1676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早鳥定價範圍限縮至599方案，899/1499不打折售價，避免確定性虧損 ✅ UGC誘因加防濫用條款+月度名額上限 ✅ 換豆保證明確定義為「下期更換配方」，非補寄 🟡 進行中：到達頁狀態切換改伺服器端UTC+8判斷；「前500名」產能待確認 🟡 進行中：偏遠地區配送時效誠實揭露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3121152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狀態：Revise → 已解除上線阻斷項，準備依 11/3 時程上市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現在需要什麼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2392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驗證關鍵假設：實際豆成本、CAC是否真能壓在400以內、70%留存率是否成立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小規模測試上市週轉換率、方案分布，再決定是否加碼899受眾投放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尋求資金支持：首批3個月行銷預算 + 產能/供應鏈驗證（500名早鳥出貨承諾需與烘豆產能對齊）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3837432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晨光的價值主張很簡單：把最好的台灣烘焙，變成上班族不用想的每月習慣。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晨光咖啡訂閱 投資人簡報</dc:title>
  <dc:subject>PptxGenJS Presentation</dc:subject>
  <dc:creator>PptxGenJS</dc:creator>
  <cp:lastModifiedBy>PptxGenJS</cp:lastModifiedBy>
  <cp:revision>1</cp:revision>
  <dcterms:created xsi:type="dcterms:W3CDTF">2026-09-23T00:38:07Z</dcterms:created>
  <dcterms:modified xsi:type="dcterms:W3CDTF">2026-09-23T00:38:07Z</dcterms:modified>
</cp:coreProperties>
</file>