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總營收</c:v>
                </c:pt>
              </c:strCache>
            </c:strRef>
          </c:tx>
          <c:spPr>
            <a:solidFill>
              <a:srgbClr val="6366F1"/>
            </a:solidFill>
            <a:ln w="38100" cap="flat">
              <a:solidFill>
                <a:srgbClr val="6366F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Jheng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2025-10</c:v>
                  </c:pt>
                  <c:pt idx="1">
                    <c:v>2025-11</c:v>
                  </c:pt>
                  <c:pt idx="2">
                    <c:v>2025-12</c:v>
                  </c:pt>
                  <c:pt idx="3">
                    <c:v>2026-01</c:v>
                  </c:pt>
                  <c:pt idx="4">
                    <c:v>2026-02</c:v>
                  </c:pt>
                  <c:pt idx="5">
                    <c:v>2026-03</c:v>
                  </c:pt>
                  <c:pt idx="6">
                    <c:v>2026-04</c:v>
                  </c:pt>
                  <c:pt idx="7">
                    <c:v>2026-05</c:v>
                  </c:pt>
                  <c:pt idx="8">
                    <c:v>2026-06</c:v>
                  </c:pt>
                  <c:pt idx="9">
                    <c:v>2026-07</c:v>
                  </c:pt>
                  <c:pt idx="10">
                    <c:v>2026-08</c:v>
                  </c:pt>
                  <c:pt idx="11">
                    <c:v>2026-09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1149692</c:v>
                </c:pt>
                <c:pt idx="1">
                  <c:v>1321784</c:v>
                </c:pt>
                <c:pt idx="2">
                  <c:v>1531633</c:v>
                </c:pt>
                <c:pt idx="3">
                  <c:v>1682912</c:v>
                </c:pt>
                <c:pt idx="4">
                  <c:v>1995675</c:v>
                </c:pt>
                <c:pt idx="5">
                  <c:v>2122808</c:v>
                </c:pt>
                <c:pt idx="6">
                  <c:v>2246235</c:v>
                </c:pt>
                <c:pt idx="7">
                  <c:v>2294042</c:v>
                </c:pt>
                <c:pt idx="8">
                  <c:v>2292348</c:v>
                </c:pt>
                <c:pt idx="9">
                  <c:v>2198762</c:v>
                </c:pt>
                <c:pt idx="10">
                  <c:v>2189602</c:v>
                </c:pt>
                <c:pt idx="11">
                  <c:v>2058096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總營收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台北信義</c:v>
                  </c:pt>
                  <c:pt idx="1">
                    <c:v>台中勤美</c:v>
                  </c:pt>
                  <c:pt idx="2">
                    <c:v>高雄駁二</c:v>
                  </c:pt>
                  <c:pt idx="3">
                    <c:v>線上訂閱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7265760</c:v>
                </c:pt>
                <c:pt idx="1">
                  <c:v>5723009</c:v>
                </c:pt>
                <c:pt idx="2">
                  <c:v>4936645</c:v>
                </c:pt>
                <c:pt idx="3">
                  <c:v>5158175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營收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bubble3D val="0"/>
            <c:spPr>
              <a:solidFill>
                <a:srgbClr val="0EA5E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咖啡豆 250g</c:v>
                </c:pt>
                <c:pt idx="1">
                  <c:v>訂閱方案</c:v>
                </c:pt>
                <c:pt idx="2">
                  <c:v>單品手沖</c:v>
                </c:pt>
                <c:pt idx="3">
                  <c:v>冷萃</c:v>
                </c:pt>
                <c:pt idx="4">
                  <c:v>拿鐵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9319800</c:v>
                </c:pt>
                <c:pt idx="1">
                  <c:v>6212229</c:v>
                </c:pt>
                <c:pt idx="2">
                  <c:v>2896200</c:v>
                </c:pt>
                <c:pt idx="3">
                  <c:v>2387360</c:v>
                </c:pt>
                <c:pt idx="4">
                  <c:v>2268000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咖啡連鎖 2025-10 ~ 2026-09 營收與毛利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45775" cy="16459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咖啡連鎖 2025-10 ~ 2026-09 營收與毛利 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方法論說明：所有「毛利率」均為營收加權平均（非算術平均），已用逐筆 revenue×margin%/總營收 交叉驗證(冷萃70.06%、咖啡豆250g 45.17%均與品項卡片數字吻合)。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1) 咖啡豆250g是營收支柱(占比40%)但毛利率最低(45.1%)，是毛利改善的主要槓桿。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2) 冷萃4-8月出現三家實體店同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9446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23060"/>
            <a:ext cx="64008" cy="1737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734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總營收 (12個月)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6314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NT$23,083,589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390824" y="139446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90824" y="162306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5144" y="157734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月均營收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65144" y="226314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NT$1,923,632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233008" y="139446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3008" y="162306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157734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期間成長 (Oct25→Sep26)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07328" y="226314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+79.0%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507328" y="285750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75191" y="139446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75191" y="1623060"/>
            <a:ext cx="64008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9511" y="157734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近4個月峰值回落 (5月高點→9月)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49511" y="226314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-10.3%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349511" y="285750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86334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91940"/>
            <a:ext cx="64008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4622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加權平均毛利率 (營收加權)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473202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54.7%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3390824" y="386334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90824" y="4091940"/>
            <a:ext cx="64008" cy="17373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5144" y="404622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成長最快品項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65144" y="473202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訂閱方案 +346% (絕對值 +NT$59.6萬，低基期)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665144" y="532638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月營收趨勢 (NT$) — 5月見頂後連續4個月低於高點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1072865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門市 12 個月營收比較 (NT$)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1072865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產品營收占比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1072865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咖啡連鎖 2025-10 ~ 2026-09 營收與毛利 Dashboard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10820095" cy="914400"/>
        </p:xfrm>
        <a:graphic>
          <a:graphicData uri="http://schemas.openxmlformats.org/drawingml/2006/table">
            <a:tbl>
              <a:tblPr/>
              <a:tblGrid>
                <a:gridCol w="1663338"/>
                <a:gridCol w="2133777"/>
                <a:gridCol w="2931843"/>
                <a:gridCol w="4091138"/>
              </a:tblGrid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排名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門市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12個月營收 (NT$)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台北信義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咖啡豆 250g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2804760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線上訂閱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訂閱方案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2638595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線上訂閱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咖啡豆 250g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2519580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台中勤美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咖啡豆 250g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2133180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高雄駁二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咖啡豆 250g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1862280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Teams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咖啡連鎖 2025-10 ~ 2026-09 營收與毛利 Dashboard</dc:title>
  <dc:subject>PptxGenJS Presentation</dc:subject>
  <dc:creator>PptxGenJS</dc:creator>
  <cp:lastModifiedBy>PptxGenJS</cp:lastModifiedBy>
  <cp:revision>1</cp:revision>
  <dcterms:created xsi:type="dcterms:W3CDTF">2026-09-23T00:38:07Z</dcterms:created>
  <dcterms:modified xsi:type="dcterms:W3CDTF">2026-09-23T00:38:07Z</dcterms:modified>
</cp:coreProperties>
</file>