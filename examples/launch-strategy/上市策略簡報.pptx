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開場先講清楚這份簡報的狀態：這是內部工作稿，不是對外發布版。兩個阻斷性問題（訂閱ToS合法性、Segment B最小付費方案）deadline 是本週五(9/25)，結果會直接影響第5頁核心訊息與第7頁成本模型能不能對外講。今天的目的是讓團隊對齊，不是拿去發布。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這頁定調「為什麼現在做這件事」。不要點名比較 Teamily 的具體弱點（未查證），把敘事重心放在「我們解決什麼問題」而非「我們比誰好」。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資源分配 60/25/15 是 Week 7-10 冷啟動的規劃假設，來自 dashboard。強調 B 的訊息已經改口（不再談成本），C 目前完全靠「開源自架資料不出門」這條訊息，還沒有安全模型文件支撐，這是待補的產品缺口。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這頁要講清楚為什麼不點名打 Teamily——不是因為打不贏，是因為競品護城河太淺（功能差距不是架構優勢，對方隨時能補），而且我們沒有查證過的數字，講出去有法律和信任風險。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這頁是整場討論收斂出來最重要的一頁。訊息從「打對標」降級為「正向陳述」，且訂閱制成本賣點按 segment 分眾，這是 critic 風險提報 + analyst 數據交叉驗證後的結果，务必在對外文件維持這個邊界，不要因為行銷需要就把訊息放大回全客群。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critic 兩輪紅隊審查的濃縮。第一項是地基風險，其他四項是必須在90天內看到具體交付物、不能只停在文案層次的執行風險。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這頁数字全部來自 analyst 的 dashboard 初稿，务必强调「非實測、規劃假設」，避免有人截圖直接拿去對外用。這也是為什麼 Segment B 訊息必須現在就改，不用等 ToS 答案——量體本身就是第二條獨立的失敗路徑。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 fallback 已經正式拍板生效，不是備案而已——這代表即使 Week1-2 卡關，90天時程也不會整個停擺，只是訊息強度縮水。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這些數字全部標註規劃假設，來自 analyst 的 dashboard，月度成長曲線見 dashboard 原件。KPI 設計呼應 critic 的提醒：開源專案常見失敗模式是衝了聲量沒有留存，所以「首次成功跑通比例」比 star 數更重要，實際追蹤時建議優先看這個指標。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收尾提醒團隊，這份簡報本身就是「內部工作稿」狀態的產物——下週看兩個阻斷性問題結果，才知道這份簡報哪些頁面（尤其第5、7頁）需要改寫成對外版。建議下次更新排在9/25後。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E6E8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 開源版 — 上市策略簡報（內部工作稿 v0.1）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45775" cy="16459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Teams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開源多 Agent 協作工作空間 — 上市策略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內部工作稿 v0.1｜2026-09-22｜僅團隊內部流通，不對外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問題與機會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3688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技術團隊/開發者想要「人類＋多 AI Agent」協作空間，但市面選項要嘛閉源綁定（如 Teamily AI），要嘛開源專案缺乏完整的團隊協作體驗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閉源 SaaS 的兩大痛點：資料不出門做不到、被單一供應商綁死（無法自由切換 Claude/ChatGPT/開源模型）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機會：做一個開源、可自架的替代方案，原生支援 Claude/ChatGPT 訂閱、10+ 家 API、Ollama 本機模型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一句話目標：讓 Agent Teams 開源版成為「自架多 Agent 協作工作空間」的預設選擇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目標用戶：三個 Segment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2108346"/>
                <a:gridCol w="2438420"/>
                <a:gridCol w="4833382"/>
                <a:gridCol w="1439947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Segment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描述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核心痛點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優先度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A｜獨立開發者/新創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輕量使用，預算敏感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想要低成本試多 Agent 協作，不想被 API 計量嚇跑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🥇 60% 資源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B｜Agency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 Agent 交付客戶專案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需要控制權、多供應商彈性，成本次要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🥈 25% 資源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C｜企業 IT/RPA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內部導入自動化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資料不能出門，安全與稽核要求高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🥉 15% 資源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4268216"/>
            <a:ext cx="10820095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 segment 痛點不同 → 訊息也必須分開講，不能用同一套賣點打全部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競品定位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408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Teamily AI（閉源對標）：定價、確切弱點目前未經第一手查證（researcher 三次嘗試查證被 proxy allowlist 擋下），對外文件不引用具體數字比較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相鄰開源專案（CrewAI、AutoGen/AG2、Dify、n8n agent 功能）多聚焦單一 Agent 編排或工作流自動化，較少做到「人類＋多 Agent 團隊協作空間」這個定位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我們的架構差異：原生把 Claude/ChatGPT 訂閱、10+ API、Ollama 放在同一個自架空間裡任意切換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決策：不打「對標 Teamily」的敘事，改成正向陳述自身架構優勢，避免依賴未查證數字的比較風險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核心訊息（收斂版）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對外只保留兩條已站得住腳的訊息：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932432"/>
            <a:ext cx="10820095" cy="149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🔓 開源自架，資料不出門 — 對 Segment C 最硬的賣點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🔀 多供應商彈性，不被單一供應商綁死 — Claude/ChatGPT/10+ API/Ollama 任選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590544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已下架/限定的訊息：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242816"/>
            <a:ext cx="10820095" cy="1889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「訂閱借用省錢」全面主打 → 僅對 Segment A 成立（輕量用戶約省 33%），Segment B 用量規模大機率撞消費版 rate limit，改談「自架控制權＋多供應商彈性」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不使用未查證的 Teamily 具體數字做比較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關鍵風險與對策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4926432"/>
                <a:gridCol w="967231"/>
                <a:gridCol w="4926432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嚴重度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訂閱借用可能違反 ToS / 消費版驗證機制非官方支援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🔴 致命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本週五(9/25)前小規模實測撞牆點，未解則賣點下架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對標 Teamily 護城河淺、數字未查證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🟠 高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降級為正向陳述，不點名比較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開源安裝門檻高、缺殺手級範例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🟠 高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1-2 交付零 key、純 Ollama 的 docker-compose demo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 segment 商業化路徑空白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🟡 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最小方案：企業版 waitlist + 手動客製合約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 Agent + API key + 工具串接的安全攻擊面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🟡 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1-2 產出安全模型文件初稿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成本模型（規劃假設，待 dogfooding 校正）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輕量用戶(Segment A)：訂閱 $20 vs API 計量估算 $29.70 → 訂閱省 ~33% 重度用戶(Segment B)：訂閱 $150(市價中位數) vs API 計量估算 $95.04 → 訂閱反而更貴，且大機率撞 rate limit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2724912"/>
            <a:ext cx="10820095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Blended 價格採 70/30 input/output 假設比例，非實測 token 分佈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這組數據直接支撐了「訂閱制省錢僅對 Segment A 成立」的訊息決策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3-6 將用真實 dogfooding log 重跑，才能寫進對外文件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 天路線圖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326"/>
                <a:gridCol w="1770732"/>
                <a:gridCol w="6119038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核心交付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排雷＋零門檻 Demo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1-2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關閉阻斷性問題1/2；docker-compose 零 key demo；安全模型文件初稿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內部驗證＋素材補強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3-6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Dogfooding 重跑成本模型；內部工作稿→視結果轉對外正式版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冷啟動＋B 最小商業化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7-10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GitHub/技術社群發布（主打 A）；B waitlist/客製合約上線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4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觀察與調整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11-13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追蹤 star/留存/demo 成功率；視反饋決定是否加碼多租戶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5056632"/>
            <a:ext cx="10820095" cy="883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Fallback（9/25 兩問題未解則生效）：訂閱賣點下架，僅保留「多供應商彈性＋開源自架」對外，B 商業化順延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成功指標（90 天 KPI）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80160"/>
          <a:ext cx="10820095" cy="914400"/>
        </p:xfrm>
        <a:graphic>
          <a:graphicData uri="http://schemas.openxmlformats.org/drawingml/2006/table">
            <a:tbl>
              <a:tblPr/>
              <a:tblGrid>
                <a:gridCol w="6166946"/>
                <a:gridCol w="2072582"/>
                <a:gridCol w="2580567"/>
              </a:tblGrid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KPI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GitHub Stars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1,000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規劃假設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活躍自架實例數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規劃假設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Discord/社群成員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規劃假設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貢獻者數(PR merged≥1)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規劃假設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5800" y="3735832"/>
            <a:ext cx="10820095" cy="149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資源分配依優先度：Segment A 60% / B 25% / C 15%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追蹤重點不只是曝光數，而是「首次成功跑通 demo 的比例」——這比 star 數更能反映零門檻策略是否奏效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280160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本週五(9/25)前必須拍板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932432"/>
            <a:ext cx="10820095" cy="149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🚩 阻斷性問題1：訂閱 ToS/rate limit 小規模實測（@hoyo 指定執行人）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🚩 阻斷性問題2：Segment B 最小付費方案（@hoyo 拍板，預設值：waitlist+客製合約）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590544"/>
            <a:ext cx="10820095" cy="48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同步進行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242816"/>
            <a:ext cx="10820095" cy="149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技術團隊：零門檻 demo ＋ 安全模型文件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400" dirty="0">
                <a:solidFill>
                  <a:srgbClr val="1F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@writer：待兩問題有解，轉正式對外版；未解則按 fallback 直接動工精簡稿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Agent Teams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Teams 開源版 — 上市策略簡報（內部工作稿 v0.1）</dc:title>
  <dc:subject>PptxGenJS Presentation</dc:subject>
  <dc:creator>PptxGenJS</dc:creator>
  <cp:lastModifiedBy>PptxGenJS</cp:lastModifiedBy>
  <cp:revision>1</cp:revision>
  <dcterms:created xsi:type="dcterms:W3CDTF">2026-09-22T17:30:14Z</dcterms:created>
  <dcterms:modified xsi:type="dcterms:W3CDTF">2026-09-22T17:30:14Z</dcterms:modified>
</cp:coreProperties>
</file>